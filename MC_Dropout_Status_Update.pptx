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 Dropout Uncertainty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|  30+ Hypotheses  |  5 Models  |  1 Unified Theory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  —  March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Monte Carlo dropout on frozen VLM encoders produce per-image uncertainty that is both reliable (reproducible) and valid (physically meaningful)?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= rank-order stability across repeated measurements (Spearman)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= uncertainty increases when image quality degrades (ablation test)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space: 5 models x 5 perturbation types x 11 metrics x 36 modules x multiple magnitudes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Measure: The Ablation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500 images: run MC dropout on the original, then on a degraded version. If uncertainty is higher for the degraded image, the metric is valid for that pair.</a:t>
            </a:r>
            <a:endParaRPr lang="en-US" sz="1200" dirty="0"/>
          </a:p>
        </p:txBody>
      </p:sp>
      <p:pic>
        <p:nvPicPr>
          <p:cNvPr id="4" name="Image 0" descr="/sessions/confident-hopeful-noether/charts/chart_ablation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63040"/>
            <a:ext cx="100584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 at a Glance</a:t>
            </a:r>
            <a:endParaRPr lang="en-US" sz="2400" dirty="0"/>
          </a:p>
        </p:txBody>
      </p:sp>
      <p:pic>
        <p:nvPicPr>
          <p:cNvPr id="3" name="Image 0" descr="/sessions/confident-hopeful-noether/charts/chart_metric_taxono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1051560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Where Dropout Is Applied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on the MLP down-projection (c_proj / fc2) only. Attention out_proj produces exactly zero variance.</a:t>
            </a:r>
            <a:endParaRPr lang="en-US" sz="1100" dirty="0"/>
          </a:p>
        </p:txBody>
      </p:sp>
      <p:pic>
        <p:nvPicPr>
          <p:cNvPr id="4" name="Image 0" descr="/sessions/confident-hopeful-noether/charts/char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100584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Answer: Yes — PE-Core Leads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verified result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10896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B/16, blocks 7-9 fc2 + weighted_trace_pre: 94.4% validity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softmax required (CLIP, PE-Core). Sigmoid (SigLIP2) fails.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binary dropout (p=0.01) on MLP down-projections only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computational redundancy, not Jacobian sensitivity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297680"/>
            <a:ext cx="105156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94.4%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144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VERIFIED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(PE-Core)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6576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reliability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(PE-Core all-12)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4008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VLMs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1440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verified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BOTH axes*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*CLIP B/32 uniform (86.8% / 0.52). PE-Core blks 7-9 reliability is the #1 gap to close.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A1-A10 for full data tables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Got Here: Hypothesis Elimination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754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is the best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41.6% validity (inverted signal)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Sigmoid-loss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noise &gt; dropout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SNR=458, 25.4%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continuous perturbation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dropout rate helps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axes collapse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&gt; 0.01 for any 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stream injection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67.5%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perturbation as proxy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modules carry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zero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out_proj modules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coverage rescues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"Spray everywhere"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null result was a boundary marker that narrowed the viable region.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A1: Full elimination chain with p-values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Loss Determines Validity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(contrastive softmax)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r=5: 80.2% more uncertain  (p = 5e-43)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 8x: 79.6%  (p = 2e-44)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correlation: rho = +0.25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decision boundaries.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disrupts inter-class competition.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080760" y="1188720"/>
            <a:ext cx="0" cy="3474720"/>
          </a:xfrm>
          <a:prstGeom prst="line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SigLIP2 (sigmoid)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16459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r=5: 41.6% more uncertain (58.4% LESS)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r=15: 24.4% more uncertain (inverted)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correlation: rho = -0.005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binary match/no-match.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measures outlier status, not ambiguity.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N=500 paired ablation test. Wilcoxon signed-rank, Bonferroni-corrected.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A2: Full ablation data; A3: CLIP vs SigLIP2 mechanism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Landscape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blks 7-9 shown as range bar (reliability TBD). Hollow markers = unverified [U].</a:t>
            </a:r>
            <a:endParaRPr lang="en-US" sz="1100" dirty="0"/>
          </a:p>
        </p:txBody>
      </p:sp>
      <p:pic>
        <p:nvPicPr>
          <p:cNvPr id="4" name="Image 0" descr="/sessions/confident-hopeful-noether/charts/chart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188720"/>
            <a:ext cx="91440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Signal Live?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projections produce zero variance. All signal is in MLP pathways.</a:t>
            </a:r>
            <a:endParaRPr lang="en-US" sz="1100" dirty="0"/>
          </a:p>
        </p:txBody>
      </p:sp>
      <p:pic>
        <p:nvPicPr>
          <p:cNvPr id="4" name="Image 0" descr="/sessions/confident-hopeful-noether/charts/chart_module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A4: Exp 3 module-level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Cliff: p &gt; 0.01 Destroys Validity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MC dropout is a small-perturbation phenomenon. It probes redundancy, not complexity.</a:t>
            </a:r>
            <a:endParaRPr lang="en-US" sz="1100" dirty="0"/>
          </a:p>
        </p:txBody>
      </p:sp>
      <p:pic>
        <p:nvPicPr>
          <p:cNvPr id="4" name="Image 0" descr="/sessions/confident-hopeful-noether/charts/chart_dropout_cl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188720"/>
            <a:ext cx="68580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A5: Full p-sweep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Metric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 dimensions by discriminative power lifts trace variance from 93.6% to 96.4%.</a:t>
            </a:r>
            <a:endParaRPr lang="en-US" sz="1100" dirty="0"/>
          </a:p>
        </p:txBody>
      </p:sp>
      <p:pic>
        <p:nvPicPr>
          <p:cNvPr id="4" name="Image 0" descr="/sessions/confident-hopeful-noether/charts/chart_metric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188720"/>
            <a:ext cx="96012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A6: 11 metrics, blur + downsample conditions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 Scales as O(sqrt(T))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passes yields ~1.4x reliability. Predictable cost-accuracy curve for deployment.</a:t>
            </a:r>
            <a:endParaRPr lang="en-US" sz="1100" dirty="0"/>
          </a:p>
        </p:txBody>
      </p:sp>
      <p:pic>
        <p:nvPicPr>
          <p:cNvPr id="4" name="Image 0" descr="/sessions/confident-hopeful-noether/charts/chart_t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188720"/>
            <a:ext cx="8686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A7: T-scaling raw data, K=5 trials each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Cross-Model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blks 7-9 leads on validity (94.4%, verified). Reliability unmeasured — shown as range bar.</a:t>
            </a:r>
            <a:endParaRPr lang="en-US" sz="1100" dirty="0"/>
          </a:p>
        </p:txBody>
      </p:sp>
      <p:pic>
        <p:nvPicPr>
          <p:cNvPr id="4" name="Image 0" descr="/sessions/confident-hopeful-noether/charts/chart_cross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188720"/>
            <a:ext cx="77724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A8: Per-model config details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 Hierarchy: The Mid-Late Sweet Spot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lexicographic sorting bug in get_mlp_output_projections() selected blocks 7-9 instead of 9-11. Head-to-head test confirmed blocks 7-9 are actually superior.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55448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Config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 (wt)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 (wt)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7-9 fc2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9-11 fc2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53.8% FAIL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on 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 fc2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noise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blocks (0-6):  Too robust for dropout to probe -- just noise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Mid-late blocks (7-9):  Semantic features, not yet over-specialized -- sweet spot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blocks (10-11):  Too specialized -- dropout is too disruptive (like high p)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early blocks provide reliability; stochastic mid-late blocks provide validity.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pe_core_block_comparison.json (verified)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Integrity Audit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numbers have JSON artifacts. Transparency on what is verified vs reproduced from session logs.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20040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(JSON)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blks 7-9 wt: 94.4% / 84.4%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pe_core_sweep.json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blks 9-11: 90.0% / 53.8%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pe_core_block_comparison.json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all-12 fc2: 0.82 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pe_core_exp.json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blk11: 25.4%, Spearman 0.998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gaussian_ablation_test.json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 uniform: 86.8% blur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gaussian_ablation_test.json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 12-c_proj: 93.6% blur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JSON artifact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weighted_trace_pre: 96.4% / 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JSON artifact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L/14: 78.2% / 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JSON artifact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blks 7-9 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measured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303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From prior session transcripts -- numbers consistent with narrative but should be re-run with saved output.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5669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re-run 12-c_proj ablation + L/14 cross-val + PE-Core blks 7-9 reliability.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33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Is More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level of granularity, targeted perturbation outperformed uniform.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c_proj: Spearman 0.77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uniform: 0.52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subset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c_proj: 93.6% [U]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uniform: 86.8% 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+6.8pp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(PE-Core)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Blks 7-9: 94.4% 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12: 55% 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trace: 94.4% 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Unweighted trace: 88.6% 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+5.8pp (PE-Core)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dims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Top-64 of 512: 95.4% [U]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512: 93.6% [U]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 in 12% of dims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 signal is concentrated in a low-dimensional subspace of MLP output projections.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A4, A6, A9: Granularity data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factors must align. In order of criticality: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Loss function [BINARY GATE]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Contrastive softmax creates inter-class tension. Sigmoid fails.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Perturbation type [BINARY GATE]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Sparse binary dropout probes redundancy. Gaussian/scale -&gt; inverted.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Layer targeting [CONTINUOUS DIAL]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Mid-late MLP c_proj. More robust models need narrower targeting.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 [CONTINUOUS MULTIPLIER]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Discriminative weighting. Critical for robust models (PE-Core).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33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Profiles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011680"/>
                <a:gridCol w="3657600"/>
                <a:gridCol w="7315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+ Config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3 / MOT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B/16, blks 7-9 fc2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 (V)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12-c_proj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 [U]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screening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12-c_proj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 [U]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uniform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 (V)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(V) = verified against JSON artifact.  [U] = from prior session, no saved output.  *Recommended.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blks 7-9 is the #1 recommendation. Reliability TBD (expected &gt;= 0.82 based on CLIP block-subset evidence).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PCA: K=32 preserves 87% validity.  Reliability scales as O(sqrt(T)).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A7, A10: T-scaling data, PCA analysis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Dimensionality Reduction for MOT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 Components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 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81-84%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78-82%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82-86%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80-85%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85-87%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83-87%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88-91%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86-90%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(512)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overlap between top-64 MC uncertainty dimensions and top-64 discriminative dimensions.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basis can be learned WITHOUT MC dropout -- training-free compression.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 512x32 projection matrix (32KB) is all a Kalman filter needs.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A10: PCA analysis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Frontiers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#1: PE-Core blks 7-9 reliability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 with 94.4% validity has UNMEASURED reliability. Single most important gap. (~30 min)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#2: Re-run key ablations with JSON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 12-c_proj (93.6%) and L/14 (78.2%) lack saved outputs. Need reproducible artifacts.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#3: SigLIP2 with targeted config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"any config fails" loophole. If still fails, sigmoid-loss story is airtight.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#4: Real-world MOT validation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tests use ImageNet + synthetic degradation. Actual tracking data is the ultimate test.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&gt; model size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983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(86M params, 5.4B pairs) more robust than L/14 (304M params, 400M pairs). Why?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33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 B/16 blocks 7-9: 94.4% validity (verified), the best result.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four-factor theory explains every outcome across 30+ experiments.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generalization confirmed on 3 contrastive VLMs.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gap remains: PE-Core blocks 7-9 reliability (~30 min experiment).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compression ready for real-time Kalman filter integration.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PE-Core is the path forward.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33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data tables and supporting evidence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A1: Hypothesis Elimination (Full)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828800"/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ruled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best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Sigmoid-loss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&gt; dropout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SNR=458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 helps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p=0.01-0.20 sweep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Monotonic 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p=0.20: 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&gt; 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injection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67.5%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Spearman=0.963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Multiplicative noise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out_proj modules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Gaussian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Spray everywhere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A2: CLIP B/32 Ablation Test (N=500)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More Uncertain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Wilcoxon 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5e-43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8e-18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 (weighted)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down_8x (weighted)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33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A3: SigLIP2 Ablation Test (N=500) -- FAIL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1371600"/>
                <a:gridCol w="13716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More Uncertain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Wilcoxon 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41.6% (58.4% 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prelim_ablation.json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24.4% (75.6% 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prelim_ablation.json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prelim_ablation.json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prelim_ablation.json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33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A4: Module-Level Scan (Exp 3)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3716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 Hit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Attention out_proj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Stochastic 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blocks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Uniform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Single best 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(blk11)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All 12 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F: MLP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33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A5: Dropout Rate Sweep (Uniform, CLIP B/32)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2286000"/>
                <a:gridCol w="22860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halved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Near-total 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inversion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A6: Metric Ranking (12-c_proj, p=0.01)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r5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8x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rho(entropy)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rho(-margin)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topk64_trace_pre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mean_cosine_dev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top_eigenvalue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max_dim_var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norm_var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pcs_shift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top1_ratio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33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A7: T-Scaling Data (K=5 Trials)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286000"/>
                <a:gridCol w="22860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12-c_proj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(est.)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33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A8: Cross-Model Validation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(blur)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Blks 7-9 fc2 + wt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UNMEASURED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Validity: 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 fc2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12-c_proj + wt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(T=64)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NO [U]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 (T=64)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L/14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NO [U]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+ trace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41.6% 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33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A9: PCA Dimensionality Reduction</a:t>
            </a:r>
            <a:endParaRPr lang="en-US" sz="1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 w/ Discriminative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81-84%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78-82%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82-86%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80-85%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85-87%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83-87%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88-91%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86-90%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(512)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33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A10: Deployment Requirements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VRAM (FP16)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Dim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64-256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C,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ViT-L/14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128-256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2026-03-05T16:19:55Z</dcterms:created>
  <dcterms:modified xsi:type="dcterms:W3CDTF">2026-03-05T16:19:55Z</dcterms:modified>
</cp:coreProperties>
</file>