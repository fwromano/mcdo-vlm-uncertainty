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 Dropout Uncertainty</a:t>
            </a:r>
            <a:endParaRPr lang="en-US" sz="4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|  30+ Hypotheses  |  5 Models  |  1 Unified Theory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  —  March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Monte Carlo dropout on frozen VLM encoders produce per-image uncertainty that is both reliable (reproducible) and valid (physically meaningful)?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= rank-order stability across repeated measurements (Spearman)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= uncertainty increases when image quality degrades (ablation test)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space: 5 models x 5 perturbation types x 11 metrics x 36 modules x multiple magnitudes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Answer: Yes, Under Specific Conditions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10896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softmax (CLIP), not sigmoid (SigLIP2)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dropout (p=0.01) on MLP output projections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0896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Discriminative-weighted trace variance (weighted_trace_pre)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probes computational redundancy, not Jacobian sensitivity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297680"/>
            <a:ext cx="10515600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96.4%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144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validity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(blur ablation)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6576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reliability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(Spearman, T=256)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4008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0" y="4572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144000" y="5257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A1-A10 for full data tables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Got Here: Hypothesis Elimination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754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is the best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PASS, validity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Sigmoid-loss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noise &gt; dropout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SNR=458, 25.4%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continuous perturbation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dropout rate helps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axes collapse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&gt; 0.01 for any 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stream injection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67.5%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perturbation as proxy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modules carry signal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zero variance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out_proj modules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coverage rescues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"Spray everywhere"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null result was a boundary marker that narrowed the viable region.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A1: Full elimination chain with p-values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Loss Determines Validity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(contrastive softmax)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r=5: 80.2% more uncertain  (p = 5e-43)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Downsample 8x: 79.6%  (p = 2e-44)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correlation: rho = +0.25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decision boundaries.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disrupts inter-class competition.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080760" y="1188720"/>
            <a:ext cx="0" cy="3474720"/>
          </a:xfrm>
          <a:prstGeom prst="line">
            <a:avLst/>
          </a:prstGeom>
          <a:noFill/>
          <a:ln w="12700">
            <a:solidFill>
              <a:srgbClr val="BBBB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SigLIP2 (sigmoid)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0" y="164592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r=15: 24.4% more uncertain  (p = 1.0 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75.6% of blurred images LESS uncertain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correlation: rho = -0.005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binary match/no-match.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measures outlier status, not ambiguity.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5303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N=500 paired ablation test. Wilcoxon signed-rank, Bonferroni-corrected.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A2: Full ablation data; A3: CLIP vs SigLIP2 mechanism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Landscape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a tested configuration. Only those above the 75% line are viable.</a:t>
            </a:r>
            <a:endParaRPr lang="en-US" sz="1100" dirty="0"/>
          </a:p>
        </p:txBody>
      </p:sp>
      <p:pic>
        <p:nvPicPr>
          <p:cNvPr id="4" name="Image 0" descr="/sessions/confident-hopeful-noether/charts/chart_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188720"/>
            <a:ext cx="91440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Signal Live?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projections produce zero variance. All signal is in MLP pathways.</a:t>
            </a:r>
            <a:endParaRPr lang="en-US" sz="1100" dirty="0"/>
          </a:p>
        </p:txBody>
      </p:sp>
      <p:pic>
        <p:nvPicPr>
          <p:cNvPr id="4" name="Image 0" descr="/sessions/confident-hopeful-noether/charts/chart_module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188720"/>
            <a:ext cx="86868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A4: Exp 3 module-level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Cliff: p &gt; 0.01 Destroys Validity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MC dropout is a small-perturbation phenomenon. It probes redundancy, not complexity.</a:t>
            </a:r>
            <a:endParaRPr lang="en-US" sz="1100" dirty="0"/>
          </a:p>
        </p:txBody>
      </p:sp>
      <p:pic>
        <p:nvPicPr>
          <p:cNvPr id="4" name="Image 0" descr="/sessions/confident-hopeful-noether/charts/chart_dropout_cl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188720"/>
            <a:ext cx="68580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A5: Full p-sweep data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Metric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Weighting dimensions by discriminative power lifts trace variance from 93.6% to 96.4%.</a:t>
            </a:r>
            <a:endParaRPr lang="en-US" sz="1100" dirty="0"/>
          </a:p>
        </p:txBody>
      </p:sp>
      <p:pic>
        <p:nvPicPr>
          <p:cNvPr id="4" name="Image 0" descr="/sessions/confident-hopeful-noether/charts/chart_metric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188720"/>
            <a:ext cx="96012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A6: 11 metrics, blur + downsample conditions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 Scales as O(sqrt(T))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passes yields ~1.4x reliability. Predictable cost-accuracy curve for deployment.</a:t>
            </a:r>
            <a:endParaRPr lang="en-US" sz="1100" dirty="0"/>
          </a:p>
        </p:txBody>
      </p:sp>
      <p:pic>
        <p:nvPicPr>
          <p:cNvPr id="4" name="Image 0" descr="/sessions/confident-hopeful-noether/charts/chart_t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188720"/>
            <a:ext cx="8686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A7: T-scaling raw data, K=5 trials each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Cross-Model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confirmed on 3 contrastive VLMs. Mechanism is training-loss-dependent, not architecture-specific.</a:t>
            </a:r>
            <a:endParaRPr lang="en-US" sz="1100" dirty="0"/>
          </a:p>
        </p:txBody>
      </p:sp>
      <p:pic>
        <p:nvPicPr>
          <p:cNvPr id="4" name="Image 0" descr="/sessions/confident-hopeful-noether/charts/chart_cross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1188720"/>
            <a:ext cx="77724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A8: Per-model config details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Is More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every level of granularity, targeted perturbation outperformed uniform.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c_proj: Spearman 0.771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uniform: 0.518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subset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c_proj: 93.6% validity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uniform: 86.8%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+6.8pp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(PE-Core)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3: 94.4% / 84.4%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12: 55% / 39%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+39pp / +45pp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trace: 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Unweighted trace: 93.6%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+2.8pp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Top-K dims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Top-64 of 512: 95.4%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512: 93.6%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 of signal in 12% of dims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 signal is concentrated in a low-dimensional subspace of MLP output projections.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A4, A6, A9: Granularity data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dropout produces valid uncertainty in VLMs if and only if: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the training objective creates inter-class competition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(contrastive softmax loss), and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the perturbation tests computational redundancy at low magnitude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(sparse dropout at p ~ 0.01 on MLP output projections).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loss forces features to encode decision boundaries.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dropout probes whether the network has redundant pathways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computing those boundaries. Degraded images lose information,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redundancy, increasing sensitivity to ablation.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Profiles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011680"/>
                <a:gridCol w="3657600"/>
                <a:gridCol w="731520"/>
                <a:gridCol w="10972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+ Config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MOT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12-c_proj + wt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3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 B/16, late-3 fc2 + wt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screening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12-c_proj + wt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Safety-critical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calibrated threshold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compression: K=32 components preserves 87% validity (32KB projection matrix)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scales as O(sqrt(T)) -- double passes for ~1.4x improvement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A7, A10: T-scaling data, PCA analysis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Dimensionality Reduction for MOT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 Components (K)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 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81-84%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78-82%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82-86%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80-85%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85-87%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83-87%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88-91%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86-90%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(512)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overlap between top-64 MC uncertainty dimensions and top-64 discriminative dimensions.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basis can be learned WITHOUT MC dropout -- training-free compression.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Practical: 512x32 projection matrix (32KB) is all a Kalman filter needs.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A10: PCA analysis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Frontiers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+ dropout combination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reliability as prior, dropout as Bayesian update. Could break the tradeoff.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057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via ablation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levels have known severity -&gt; uncertainty in physical units ("equivalent blur level").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contrastive models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predicts success on EVA-CLIP, MetaCLIP, OpenCLIP. PE-Core confirms one.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3-4 experiments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Laplace comparison, aleatoric/epistemic separation, text encoder dropout. Code written, not run.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6634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MOT validation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983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external cost JSON. Would validate end-to-end pipeline.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hypotheses tested, each statistically resolved.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mechanistic theory linking training loss to dropout validity.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quantified reliability-validity tradeoff with deployment-ready configs.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generalization confirmed on 3 contrastive VLMs.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path to real-time Kalman filter integration.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landscape is mapped.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222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APPENDIX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data tables and supporting evidence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A1: Hypothesis Elimination (Full)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828800"/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ruled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best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Sigmoid-loss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&gt; dropout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 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SNR=458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p helps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p=0.01-0.20 sweep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Monotonic 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p=0.20: 0.5%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&gt; 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injection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67.5%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Spearman=0.963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val.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Multiplicative noise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out_proj modules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Gaussian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Spray everywhere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A2: CLIP B/32 Ablation Test (N=500)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18288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More Uncertain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Wilcoxon 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5e-43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8e-18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 (weighted)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down_8x (weighted)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A3: SigLIP2 Ablation Test (N=500) -- FAIL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More Uncertain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Wilcoxon 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rho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downsample_8x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(ns)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A4: Module-Level Scan (Exp 3)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3716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 Hit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Attention out_proj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Stochastic depth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blocks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Uniform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Single best c_proj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(blk11)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All 12 c_proj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F: MLP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A5: Dropout Rate Sweep (Uniform, CLIP B/32)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2286000"/>
                <a:gridCol w="22860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halved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Near-total collapse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inversion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A6: Metric Ranking (12-c_proj, p=0.01)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r5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8x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rho(entropy)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rho(-margin)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topk64_trace_pre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mean_cosine_dev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top_eigenvalue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max_dim_var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norm_var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pcs_shift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top1_ratio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A7: T-Scaling Data (K=5 Trials)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286000"/>
                <a:gridCol w="22860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12-c_proj 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(est.)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~800ms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A8: Cross-Model Validation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286000"/>
                <a:gridCol w="1097280"/>
                <a:gridCol w="13716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ViT-B/32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12-c_proj + wt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ViT-L/14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robust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Late-3 fc2 + wt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balance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ViT-B/16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Anti-correlated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1/SAM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inter-class competition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A9: PCA Dimensionality Reduction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7432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 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Validity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Overlap w/ Discriminative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81-84%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78-82%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82-86%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80-85%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85-87%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83-87%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88-91%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86-90%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(512)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A10: Deployment Requirements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VRAM (FP16)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Dim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ViT-B/32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64-256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C, 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ViT-L/14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128-256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2026-03-05T15:03:20Z</dcterms:created>
  <dcterms:modified xsi:type="dcterms:W3CDTF">2026-03-05T15:03:20Z</dcterms:modified>
</cp:coreProperties>
</file>