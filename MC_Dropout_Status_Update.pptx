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 c_proj</c:v>
                </c:pt>
              </c:strCache>
            </c:strRef>
          </c:tx>
          <c:spPr>
            <a:solidFill>
              <a:srgbClr val="3B82F6"/>
            </a:solidFill>
            <a:ln w="381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T=16</c:v>
                  </c:pt>
                  <c:pt idx="1">
                    <c:v>T=32</c:v>
                  </c:pt>
                  <c:pt idx="2">
                    <c:v>T=64</c:v>
                  </c:pt>
                  <c:pt idx="3">
                    <c:v>T=128</c:v>
                  </c:pt>
                  <c:pt idx="4">
                    <c:v>T=256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0.307</c:v>
                </c:pt>
                <c:pt idx="1">
                  <c:v>0.311</c:v>
                </c:pt>
                <c:pt idx="2">
                  <c:v>0.43</c:v>
                </c:pt>
                <c:pt idx="3">
                  <c:v>0.581</c:v>
                </c:pt>
                <c:pt idx="4">
                  <c:v>0.739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Uniform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T=16</c:v>
                  </c:pt>
                  <c:pt idx="1">
                    <c:v>T=32</c:v>
                  </c:pt>
                  <c:pt idx="2">
                    <c:v>T=64</c:v>
                  </c:pt>
                  <c:pt idx="3">
                    <c:v>T=128</c:v>
                  </c:pt>
                  <c:pt idx="4">
                    <c:v>T=256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0.433</c:v>
                </c:pt>
                <c:pt idx="1">
                  <c:v>0.446</c:v>
                </c:pt>
                <c:pt idx="2">
                  <c:v>0.574</c:v>
                </c:pt>
                <c:pt idx="3">
                  <c:v>0.705</c:v>
                </c:pt>
                <c:pt idx="4">
                  <c:v>0.821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Forward passes (T)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Spearman reliability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 Dropout Uncertainty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Vision-Language Models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Landscape of 30+ Experiments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09728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Franky  |  March 2026  |  Project Status Update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MC Dropout on frozen vision encoders tell us which detections to trust?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 forward passes with stochastic dropout, measure feature variance.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= model is uncertain about this image.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83464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 (MOT). A blurry, distant object should get higher uncertainty than a crisp close-up.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83464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83464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5 perturbation types, 11 metrics, 36 modules. Where in this vast space does a valid, reliable signal exist?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28346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283464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07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2004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elimination. Test each hypothesis statistically. Every null result maps a boundary. Build the complete landscape.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A1-A2 for full experiment algebra &amp; model registry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Elimination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null result closed a region and sharpened the theory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9903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80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SigLIP2 is best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94760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FAIL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3560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0" y="1280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determines validity, not architecture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solidFill>
            <a:srgbClr val="F4F6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488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0299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&gt; dropout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794760" y="20299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ablation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18541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15000" y="2029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sensitivity ≠ decision-boundary proximity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98648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277977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dropout rates help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3794760" y="27797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axes collapse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935224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715000" y="27797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signal only at low-p (probes redundancy)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solidFill>
            <a:srgbClr val="F4F6FA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48456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43000" y="35295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modules carry signal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3794760" y="35295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variance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3685032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715000" y="35295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MLP projections matter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398264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143000" y="4279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&gt; targeted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379476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 &gt; 86.8%</a:t>
            </a:r>
            <a:endParaRPr lang="en-US" sz="10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4434840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715000" y="4279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is more — 12 c_proj &gt; 36 uniform</a:t>
            </a:r>
            <a:endParaRPr lang="en-US" sz="1050" dirty="0"/>
          </a:p>
        </p:txBody>
      </p:sp>
      <p:sp>
        <p:nvSpPr>
          <p:cNvPr id="34" name="Text 22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A3 for full elimination table with statistical tests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Discovery: Training Loss Is Everything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 (Contrastive Softmax)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compete in loss function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encode decision boundaries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disrupts boundaries → valid uncertainty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80-94% of degraded images → higher uncertainty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rho(entropy) = 0.25, AUROC = 0.67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 &lt; 10⁻³⁰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05840"/>
            <a:ext cx="3840480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789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SigLIP2  (Sigmoid Loss)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83480" y="16002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independent in loss function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encode stable binary representations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measures centroid distance, not ambiguity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75.6% of blurred images → LOWER uncertainty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rho(entropy) ≈ 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an outlier detector, not ambiguity detector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44531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 3 contrastive models (CLIP B/32, CLIP L/14, PE-Core-B/16). Theory predicts: contrastive loss → valid MC dropout.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A4 for full CLIP vs SigLIP2 derivation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Is More: Targeted &gt; Uniform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level of granularity, focusing on signal-carrying components outperformed blanket approaches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level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uniform modules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5361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c_proj only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13533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12 attention (zero var) + 12 c_fc (noise dilution)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1945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level (PE-Core)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blocks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6888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45059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3 blocks (7-9)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09360" y="22677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blocks produce overly robust features that dilute signal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level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46888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768 dims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46888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6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364992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57200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top dims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309360" y="31821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overlap between MC uncertainty dims and discriminative dims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28"/>
          <p:cNvSpPr/>
          <p:nvPr/>
        </p:nvSpPr>
        <p:spPr>
          <a:xfrm>
            <a:off x="73152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MOT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246888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512 dims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246888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6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4279392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57200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K=32 PCA dims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57200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6309360" y="4096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enough for real-time Kalman filter (32KB projection)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A5 for per-module scan results &amp; A6 for PE-Core sweep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Reliability-Validity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438912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976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91440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822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" y="914400"/>
            <a:ext cx="0" cy="34747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87484" y="914400"/>
            <a:ext cx="0" cy="34747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4604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52007" y="914400"/>
            <a:ext cx="0" cy="34747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9127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16531" y="914400"/>
            <a:ext cx="0" cy="34747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3651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81055" y="914400"/>
            <a:ext cx="0" cy="34747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8175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5578" y="914400"/>
            <a:ext cx="0" cy="34747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2698" y="4434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5840" y="4645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(Spearman)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 rot="16200000">
            <a:off x="91440" y="201168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(%)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" y="1783080"/>
            <a:ext cx="47548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651760" y="1600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pass threshold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26822" y="108191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2754838" y="106363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c_proj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015857" y="1318199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3143873" y="12999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010060" y="1617025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138076" y="159873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L/14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82069" y="3451677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131093" y="3433389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blk11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991294" y="226679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4040318" y="224851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all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194560" y="4754880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2331720" y="4709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configs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566160" y="4754880"/>
            <a:ext cx="73152" cy="731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3703320" y="4709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configs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109728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109728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1170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c_proj p=0.01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0936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 / 0.43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validity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26480" y="196596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196596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20391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p=0.01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0936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 / 0.52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reliability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126480" y="283464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26480" y="283464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blk11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30936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 / 0.998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measurement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26480" y="3794760"/>
            <a:ext cx="256032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7" name="Text 55"/>
          <p:cNvSpPr/>
          <p:nvPr/>
        </p:nvSpPr>
        <p:spPr>
          <a:xfrm>
            <a:off x="626364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 is fundamental: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valid but noisy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= reliable but wrong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A7 for full tradeoff data &amp; perturbation analysis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Operating 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96.4%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017520" y="1005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validity (blur) with weighted_trace_pre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 on downsample  |  Best metric ever measured in this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4414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(88M params, 176MB fp16)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8046720" cy="4114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16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9169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c_proj (MLP output projections only)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92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3924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 (1% of neurons per pass)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8046720" cy="41148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67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8679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weighted_trace_pre (dims weighted by discriminative power)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25112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343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64-256 (Spearman 0.43 → 0.74, scales as O(√T))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A8 for T-scaling data &amp; A9 for metric comparison table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Cross-Model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generalizes across contrastive VLMs with model-specific tuning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265176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B/32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12984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04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c_proj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7340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898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weighted_trace_pre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1638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validity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328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593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validity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758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187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 (T=64)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12344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1234440"/>
            <a:ext cx="265176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261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L/14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12984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2039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2304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2468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c_proj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27340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0440" y="2898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trace_pre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0440" y="31638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validity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3328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20440" y="3593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validity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3758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4023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4187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(T=64)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12344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234440"/>
            <a:ext cx="265176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1261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PE-Core-B/16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955280" y="12984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1874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2039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2304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2468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Late-3 fc2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27340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2898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weighted_trace_pre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31638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validity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3328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55080" y="3593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validity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55080" y="3758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55080" y="4023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55080" y="4187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 (T=64)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A6 for PE-Core sweep details &amp; A10 for L/14 data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Profiles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64008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B/32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987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97%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0.43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objects × T=64 = 640 samples, fits in 1.9GB VRAM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20240"/>
            <a:ext cx="64008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202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3 Pipeline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PE-Core-B/16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993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94%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0.82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SAM 3 backbone — zero additional model cost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926080"/>
            <a:ext cx="64008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260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7160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Screening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B/32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T=256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97%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0.74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images in ~7 hours on A100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931920"/>
            <a:ext cx="64008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31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71600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4297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B/32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0" y="4005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T=256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97%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0.74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threshold on known-degraded validation set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A11 for VRAM requirements &amp; deployment flowchart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Scales as O(√T)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 cost-reliability curve for any deployment budget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1887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tradeoff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12-c_proj has lower reliability at each T but much higher validity (93.6% vs 86.8%). Choose your operating point based on whether you need precise rankings or correct direction.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0" y="2834640"/>
            <a:ext cx="2743200" cy="13716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29260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Embarrassingly parallel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sequential dependency between passes. Batch N×T samples in one forward call.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A8 for raw T-scaling numbers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Know For Certain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7899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332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loss (softmax) is required for valid MC dropout uncertainty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51560" y="1481328"/>
            <a:ext cx="749808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934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56362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All-c_proj dropout at p=0.01 is the best operating point (93.6-97% validity)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51560" y="2011680"/>
            <a:ext cx="749808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969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09397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modules contribute zero variance — only MLP projections matter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51560" y="2542032"/>
            <a:ext cx="749808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7004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6243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weighted_trace_pre is the best metric (97.0% ablation on downsample)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1051560" y="3072384"/>
            <a:ext cx="749808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154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scales O(√T): predictable cost curve from T=16 to T=256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1051560" y="3602736"/>
            <a:ext cx="749808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3075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51560" y="36850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generalizes: CLIP B/32, CLIP L/14, PE-Core-B/16 all confirmed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1051560" y="4133088"/>
            <a:ext cx="749808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61104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51560" y="421538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K=32 preserves 87% validity — Kalman filter integration is practical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hypotheses tested. Every alternative statistically excluded.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Frontier: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14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MOT validation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2893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actual tracking sequences. PCA analysis confirms the state vector is ready. Blocked on cost JSON.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1014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64792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96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+ dropout combination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939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Gaussian reliability as prior, dropout passes as Bayesian updates. Could break the tradeoff.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1819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69464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9464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24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calibration curve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8986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uncertainty in physical units ("equivalent blur level"). Known degradation levels as calibration anchors.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2624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74136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74136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29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Laplace comparison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written. Compare MC dropout against projection-Laplace (BayesVLM). Benchmark speed &amp; quality.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3429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78808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178808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33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writeup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507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paper_outline_v3 framing. Central story: landscape mapping → unified theory → deployment guide.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233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Appendix A12 for outdated documents flagged for update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data, full tables, and detailed derivations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3716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Algebra: 4 Independent Axes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B/32, CLIP L/14, SigLIP2 B/16, SigLIP2 SO400M, PE-Core-B/16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Perturbation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Dropout, Gaussian, Scale × 36 modules × magnitude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configs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trace_pre, trace_post, weighted_trace, topk, max_dim, eigenvalue,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(ICC/SNR/Spearman), classification correlation, ablation, convergence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Registry &amp; Hardware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73152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B/32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 softmax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L/14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 softmax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PE-Core-B/16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 softmax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SigLIP2 B/16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SigLIP2 SO400M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M3 Ultra Mac Studio (60 GPU cores, 96GB unified, MPS backend). Batch=500 is sweet spot.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Hypothesis Elimination 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1031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SigLIP2 is best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N=500 paired 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75.6% blurred → LOWER unc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loss → outlier detector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&gt; dropout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N=500 ablation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 pass (FAIL)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Jacobian ≠ decision boundary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p helps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p=0.01–0.20 sweep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Monotonic degradation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only at low 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injection 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N=500, 4 configs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67.5% (FAIL)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Lipschitz constant is geometric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perturbation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N=500, K=5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Spearman=0.96, ~70% 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axis optimized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Gaussian all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val, 0.97 rel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≠ correctness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modules useful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 out_proj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zero variance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for all perturbation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CLIP Works and SigLIP2 Doesn't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(contrastive softmax):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compete in loss. Features encode decision boundaries. Dropout disrupts boundaries → images near boundaries get pushed around more → valid uncertainty. Measured: rho(entropy)=0.25, ablation 80-94%.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SigLIP2 (sigmoid):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image-text pair independently classified. No inter-class competition. Dropout variance reflects centroid distance (geometric), not ambiguity. Blurring moves images toward centroid → LOWER uncertainty. Measured: rho(entropy)≈0, 75.6% blurred images less uncertain.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distinction: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loss creates inter-class competition that dropout can meaningfully disrupt.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loss creates independent pathways that dropout disrupts along geometric axes unrelated to task difficulty.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Per-Module Scan: Top 10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10972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resblocks.11.mlp.c_proj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resblocks.10.mlp.c_proj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resblocks.5.mlp.c_fc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resblocks.3.mlp.c_fc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resblocks.3.mlp.c_proj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resblocks.1.mlp.c_fc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resblocks.4.mlp.c_fc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resblocks.0.mlp.c_proj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resblocks.5.mlp.c_proj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resblocks.3.mlp.c_fc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N=100, K=3, T=16, mag=0.05. All 12 attention out_proj modules = exactly zero variance. 11 of top 15 are Gaussian.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PE-Core-B/16: Configuration Sweep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097280"/>
                <a:gridCol w="10972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blur_r5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down_8x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Late-3 fc2 p=0.01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weighted_trace_pre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Late-3 fc2 p=0.005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weighted_trace_pre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Late-3 fc2 (any 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88-89%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PASS, down 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 fc2 (any 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weighted_trace_pre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69-76%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54-64%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 fc2 (any 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53-56%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35-39%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factors rescued PE-Core: (1) late-block targeting, (2) weighted_trace_pre metric, (3) dropout rate insensitivity.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Reliability-Validity Tradeoff: Full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371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blur_r5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c_proj p=0.01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 (T=64)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Best: targeted dropout on signal-carrying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p=0.01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 (T=64)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modules = more noise from non-signal 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all c_proj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Jacobian (wrong quantity), very reliable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block 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Single-layer Jacobian: perfectly reliable, inverted validity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p=0.05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p overwhelms representation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c_proj p=0.20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inversion: 99.5% degraded images LESS uncertain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after blk 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Lipschitz constant is geometric, not task-relevant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T-Scaling: Raw Numbers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12-c_proj Spearman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Spearman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SNR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B/32, N=500, K=5 trials. Both configs follow O(√T) scaling. Validity is constant (only T-dependent for reliability).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Metrics Compared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rho(entropy)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blur_r5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down_8x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weighted_trace_pre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topk64_trace_pre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trace_pre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max_dim_var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norm_var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top_eigenvalue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effective_rank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spectral_entropy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CLIP L/14 Cross-Model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097280"/>
                <a:gridCol w="10972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blur_r5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down_8x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24 c_proj p=0.01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Spearman=0.752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p=0.01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Spearman=0.838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(&lt;75%)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L/14 has HIGHER reliability (0.75 vs 0.43) but LOWER validity (78% vs 94%). Larger model = more robust features = less sensitive to perturbation. Confirms all-c_proj is the right strategy (passes on both sizes; uniform only passes on B/32).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VRAM Requirements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objects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T=256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B/32, fp16. T passes are embarrassingly parallel — batch N×T in one forward call.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0" y="1005840"/>
            <a:ext cx="3200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Selection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23560" y="14630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PE-Core in pipeline?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YES -&gt; Profile B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 -&gt;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Real-time?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YES -&gt; Profile A (T=64, PCA K=32)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  -&gt;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Safety-critical?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YES -&gt; Profile D (calibrated)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  -&gt; Profile C (T=256)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 Flagged for Update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24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CONTEXT_HANDOFF.md (Feb 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"CLIP fails reliability gate" and recommends SigLIP2. Now fully reversed.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paper_outline_v3.md (pre-exp)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Proposes rho&gt;0.9 for rank stability across p. Actual: largely uncorrelated.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PHASE_ONE_REPORT.md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says "proceed with SigLIP2, drop CLIP." Opposite is now true.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documents contain conclusions that were correct at time of writing but are now superseded by subsequent experiments. They should be updated or annotated to prevent confusion.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 Dropout Uncertainty in Vision-Language Models</dc:title>
  <dc:subject>PptxGenJS Presentation</dc:subject>
  <dc:creator>Franky</dc:creator>
  <cp:lastModifiedBy>Franky</cp:lastModifiedBy>
  <cp:revision>1</cp:revision>
  <dcterms:created xsi:type="dcterms:W3CDTF">2026-03-05T04:05:34Z</dcterms:created>
  <dcterms:modified xsi:type="dcterms:W3CDTF">2026-03-05T04:05:34Z</dcterms:modified>
</cp:coreProperties>
</file>